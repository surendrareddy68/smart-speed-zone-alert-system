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iE3toVc9Hyg5p9JpbVkLDn+2a6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b1d0cc682d613e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5b1d0cc682d613e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5b1d0cc682d613e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5b1d0cc682d613e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b1d0cc682d613e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b1d0cc682d613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2b87cebe5f0a8c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62b87cebe5f0a8c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62b87cebe5f0a8c5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62b87cebe5f0a8c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6.jpg"/><Relationship Id="rId5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2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4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01"/>
            <a:ext cx="9144001" cy="514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3"/>
          <p:cNvPicPr preferRelativeResize="0"/>
          <p:nvPr/>
        </p:nvPicPr>
        <p:blipFill rotWithShape="1">
          <a:blip r:embed="rId3">
            <a:alphaModFix/>
          </a:blip>
          <a:srcRect b="797" l="0" r="0" t="797"/>
          <a:stretch/>
        </p:blipFill>
        <p:spPr>
          <a:xfrm>
            <a:off x="0" y="0"/>
            <a:ext cx="92963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" y="0"/>
            <a:ext cx="9144001" cy="514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02"/>
            <a:ext cx="9144001" cy="514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51"/>
            <a:ext cx="9144001" cy="514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51"/>
            <a:ext cx="9144001" cy="514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51"/>
            <a:ext cx="9144001" cy="514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7"/>
          <p:cNvPicPr preferRelativeResize="0"/>
          <p:nvPr/>
        </p:nvPicPr>
        <p:blipFill rotWithShape="1">
          <a:blip r:embed="rId3">
            <a:alphaModFix/>
          </a:blip>
          <a:srcRect b="0" l="642" r="642" t="0"/>
          <a:stretch/>
        </p:blipFill>
        <p:spPr>
          <a:xfrm>
            <a:off x="0" y="0"/>
            <a:ext cx="9144001" cy="52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51"/>
            <a:ext cx="9144001" cy="514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25b1d0cc682d613e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4800"/>
            <a:ext cx="914400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5b1d0cc682d613e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9916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25b1d0cc682d613e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91601" cy="5055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8"/>
          <p:cNvPicPr preferRelativeResize="0"/>
          <p:nvPr/>
        </p:nvPicPr>
        <p:blipFill rotWithShape="1">
          <a:blip r:embed="rId3">
            <a:alphaModFix/>
          </a:blip>
          <a:srcRect b="583" l="0" r="0" t="573"/>
          <a:stretch/>
        </p:blipFill>
        <p:spPr>
          <a:xfrm>
            <a:off x="76200" y="0"/>
            <a:ext cx="8991601" cy="499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51"/>
            <a:ext cx="9144001" cy="514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0254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51"/>
            <a:ext cx="9144001" cy="514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964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51"/>
            <a:ext cx="9144001" cy="514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62b87cebe5f0a8c5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50" y="67850"/>
            <a:ext cx="91484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62b87cebe5f0a8c5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